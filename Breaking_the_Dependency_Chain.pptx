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ttJu8nqCiWzDGoWeO8sjHeqqp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ccf2563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cccf25636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Breaking the Dependency Chain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Event-Driven Architecture for Independent Teams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How domain events, stream processing, and infrastructure abstraction</a:t>
            </a:r>
            <a:br>
              <a:rPr b="0" i="0" lang="en-US" sz="18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eliminate coupling at every layer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7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The Problem: Independence in Name Only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F47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31520" y="146304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005840" y="15361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Shared Databases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005840" y="184708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Multiple teams read/write the same tables.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Schema changes require cross-team coordination.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31520" y="260604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05840" y="26791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API Dependency Chains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005840" y="299008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Service A calls B, which calls C, which calls D.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A single slow endpoint cascades everywhere.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731520" y="374904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05840" y="38221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Synchronized Deployments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005840" y="413308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Coupled services must deploy together.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One team's release blocks another.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731520" y="489204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05840" y="49651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Cascading Failures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05840" y="527608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One service goes down and takes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the rest of the chain with it.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Typical Microservice "Independence"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7132320" y="2011680"/>
            <a:ext cx="2011680" cy="59436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8001000" y="2606040"/>
            <a:ext cx="274320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132320" y="2880360"/>
            <a:ext cx="2011680" cy="59436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001000" y="3474720"/>
            <a:ext cx="274320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132320" y="3749040"/>
            <a:ext cx="2011680" cy="59436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 Service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8001000" y="4343400"/>
            <a:ext cx="274320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7132320" y="4617720"/>
            <a:ext cx="2011680" cy="59436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Inventory Service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8001000" y="5212080"/>
            <a:ext cx="274320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9F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7132320" y="5486400"/>
            <a:ext cx="2011680" cy="59436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Payment Service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691725" y="6263655"/>
            <a:ext cx="502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One slow service slows everything above it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The Solution: Decouple at Every Layer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731520" y="14630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No Shared Database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731520" y="1965960"/>
            <a:ext cx="1645920" cy="27432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31520" y="2194560"/>
            <a:ext cx="33832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Each service owns its data store.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Payroll API  →  MongoDB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Listener API  →  MySQL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Stream Processing  →  Kafka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Schema changes stay within team boundaries.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4572000" y="14630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Events, Not API Calls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572000" y="1965960"/>
            <a:ext cx="164592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572000" y="2194560"/>
            <a:ext cx="33832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Services communicate through domain events on Kafka.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No service ever calls another service directly. A downstream consumer being slow or offline has zero impact on the producer.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Teams deploy on their own schedule.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8412480" y="14630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Atomic Outbox Pattern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8412480" y="1965960"/>
            <a:ext cx="1645920" cy="2743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8412480" y="2194560"/>
            <a:ext cx="33832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Entity state + event published in a single atomic transaction.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No dual-write problem.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No distributed transactions.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No eventual consistency surprises.</a:t>
            </a: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If the write succeeds, the event is guaranteed to publish.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The Balance Pipeline: From Event to Paycheck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FF9F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Each stage is an independent process with its own data — no service calls another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274320" y="2286000"/>
            <a:ext cx="1920240" cy="91440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365760" y="235915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Domain Events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365760" y="27432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Employee, TimeEntry,</a:t>
            </a:r>
            <a:b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Tax, Deduction changes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2377440" y="2286000"/>
            <a:ext cx="1920240" cy="91440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2468880" y="235915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Kafka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2468880" y="27432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Durable event log</a:t>
            </a:r>
            <a:b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(employee-events topic)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572000" y="2286000"/>
            <a:ext cx="1920240" cy="91440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663440" y="235915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ksqlDB</a:t>
            </a:r>
            <a:b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Stream Processing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4663440" y="27432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Real-time aggregation</a:t>
            </a:r>
            <a:b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Gross pay per period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6720855" y="2278796"/>
            <a:ext cx="1920300" cy="91440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6812295" y="2351948"/>
            <a:ext cx="17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Net Pay Processor</a:t>
            </a:r>
            <a:br>
              <a:rPr b="1" i="0" lang="en-US" sz="12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(Kafka Streams)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6812295" y="2735996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Taxes + deductions</a:t>
            </a:r>
            <a:b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applied per period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8902377" y="2286000"/>
            <a:ext cx="1920300" cy="91440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8993817" y="2359152"/>
            <a:ext cx="1737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Consumers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8993817" y="2743200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GraphQL subscriptions</a:t>
            </a:r>
            <a:b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Elasticsearch index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2194560" y="2633472"/>
            <a:ext cx="22860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389120" y="2633472"/>
            <a:ext cx="22860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492250" y="2633472"/>
            <a:ext cx="228600" cy="21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8658093" y="2626272"/>
            <a:ext cx="228600" cy="21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Why This Matters for Teams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1097280" y="42976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Self-healing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301752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If the Net Pay Processor restarts, it rebuilds from Kafka. No data loss, no manual recovery.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097280" y="4709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Edit-safe aggregation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3017520" y="4709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Time entry corrections are automatically deduplicated — no double-counting, no reconciliation scripts.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097280" y="5120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Independently scalable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3017520" y="5120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Each stage scales on its own. A spike in time entries doesn't slow down pay calculations.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1097280" y="55321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Replay from any point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3017520" y="5532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Kafka retains the event log. Rebuild any downstream view by replaying events.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Full pipeline details to follow in walkthrough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What Dapr Gives Us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Transactional Outbox (Built-in)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731520" y="18288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Entity + event saved atomically in one call.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Dapr handles the outbox relay to Kafka.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Zero custom outbox infrastructure to build or maintain.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Infrastructure Abstraction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731520" y="329184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Your code calls Dapr APIs, not Kafka/Mongo APIs directly.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Swap Kafka for RabbitMQ, or MongoDB for Postgres,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by changing a YAML file — no code changes.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Sidecar Pattern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731520" y="47548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Dapr runs alongside your app, not inside it.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Any language can use it — .NET, Java, Python, Go.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Teams pick the stack that fits their service.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Reduced Onboarding Friction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6400800" y="18288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New team members learn one API surface (Dapr)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instead of Kafka clients, MongoDB drivers,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distributed transaction patterns, etc.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Observability for Free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6400800" y="329184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Distributed tracing (Zipkin), metrics, and logging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are built into the sidecar. No instrumentation code.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Resilience by Default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6400800" y="47548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Retries, circuit breakers, and timeout policies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configured in YAML. Consistent across all services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without each team implementing their own.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943600" y="1463040"/>
            <a:ext cx="27432" cy="45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Testability: Confidence Without End-to-End Fragility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57200" y="1463040"/>
            <a:ext cx="3566160" cy="475488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188720" y="1325880"/>
            <a:ext cx="2103120" cy="365760"/>
          </a:xfrm>
          <a:prstGeom prst="roundRect">
            <a:avLst>
              <a:gd fmla="val 16667" name="adj"/>
            </a:avLst>
          </a:prstGeom>
          <a:solidFill>
            <a:srgbClr val="06D6A0"/>
          </a:solidFill>
          <a:ln cap="flat" cmpd="sng" w="1905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Unit Tests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731520" y="192024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Domain Logic</a:t>
            </a:r>
            <a:br>
              <a:rPr b="1" i="0" lang="en-US" sz="2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in Isolation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731520" y="2651760"/>
            <a:ext cx="30175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Pure C# objects with no infrastructure.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Employee, TimeEntry, Deduction entities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raise domain events in memory.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Test business rules with plain unit tests.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No databases, no Kafka, no Dapr.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297680" y="1463040"/>
            <a:ext cx="3566160" cy="475488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029200" y="1325880"/>
            <a:ext cx="2103120" cy="365760"/>
          </a:xfrm>
          <a:prstGeom prst="roundRect">
            <a:avLst>
              <a:gd fmla="val 16667" name="adj"/>
            </a:avLst>
          </a:prstGeom>
          <a:solidFill>
            <a:srgbClr val="00B4D8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Integration Tests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4572000" y="192024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b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 Isolation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4572000" y="2651760"/>
            <a:ext cx="30175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Each service has its own data store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and communicates only through events.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Test a service by feeding it events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and asserting on its output events.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No need to stand up the full stack.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8138160" y="1463040"/>
            <a:ext cx="3566160" cy="4754880"/>
          </a:xfrm>
          <a:prstGeom prst="roundRect">
            <a:avLst>
              <a:gd fmla="val 16667" name="adj"/>
            </a:avLst>
          </a:prstGeom>
          <a:solidFill>
            <a:srgbClr val="23233D"/>
          </a:solidFill>
          <a:ln cap="flat" cmpd="sng" w="1905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869680" y="1325880"/>
            <a:ext cx="2103120" cy="365760"/>
          </a:xfrm>
          <a:prstGeom prst="roundRect">
            <a:avLst>
              <a:gd fmla="val 16667" name="adj"/>
            </a:avLst>
          </a:prstGeom>
          <a:solidFill>
            <a:srgbClr val="FF9F1C"/>
          </a:solidFill>
          <a:ln cap="flat" cmpd="sng" w="1905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Pipeline Tests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8412480" y="192024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Stream Processing</a:t>
            </a:r>
            <a:br>
              <a:rPr b="1" i="0" lang="en-US" sz="20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in Isolation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8412480" y="2651760"/>
            <a:ext cx="30175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ksqlDB queries are pure SQL transforms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on Kafka topics.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Test by publishing known events to a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topic and querying the output table.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Kafka Streams topology testable</a:t>
            </a:r>
            <a:b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with TopologyTestDriver (in-memory).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Key insight: event-driven boundaries ARE test boundaries. The same interfaces that decouple teams also decouple tests.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This Isn't About Best Practices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It's About Organizational Velocity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1371600" y="39319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Teams deploy independently — no coordination, no waiting.</a:t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005840" y="4005072"/>
            <a:ext cx="109728" cy="109728"/>
          </a:xfrm>
          <a:prstGeom prst="ellipse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1371600" y="43891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A failure in one service is invisible to other services.</a:t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1005840" y="4462272"/>
            <a:ext cx="109728" cy="109728"/>
          </a:xfrm>
          <a:prstGeom prst="ellipse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1371600" y="48463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New services consume events without changing existing code.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1005840" y="4919472"/>
            <a:ext cx="109728" cy="109728"/>
          </a:xfrm>
          <a:prstGeom prst="ellipse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1371600" y="53035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Infrastructure decisions can change without rewriting applications.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1005840" y="5376672"/>
            <a:ext cx="109728" cy="109728"/>
          </a:xfrm>
          <a:prstGeom prst="ellipse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1371600" y="57607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0C8"/>
                </a:solidFill>
                <a:latin typeface="Calibri"/>
                <a:ea typeface="Calibri"/>
                <a:cs typeface="Calibri"/>
                <a:sym typeface="Calibri"/>
              </a:rPr>
              <a:t>Every component is testable in isolation at the boundary it already has.</a:t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1005840" y="5833872"/>
            <a:ext cx="109728" cy="109728"/>
          </a:xfrm>
          <a:prstGeom prst="ellipse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ccf256368_0_6"/>
          <p:cNvSpPr txBox="1"/>
          <p:nvPr/>
        </p:nvSpPr>
        <p:spPr>
          <a:xfrm>
            <a:off x="981075" y="190500"/>
            <a:ext cx="9334500" cy="6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Changes in payroll pro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propagate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to client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listener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Changes to the parts that make up the balance recalculate the balance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Delete all data in the consumer. Restore employee, then child data.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 pay uses a microservice for more complex aggregations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Elastic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populated via Kafka connectors to move data without writing code. Stream service uses a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materialized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view to put it in the best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compatible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format.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